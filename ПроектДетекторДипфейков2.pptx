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defaultTextStyle>
    <a:defPPr>
      <a:defRPr lang="ru-RU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5CD4CD-1DB1-A9C4-7BD5-2949231DD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024C176-8B35-9D88-CF3F-55A915951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13D49-CF6E-4457-9676-1C5D309429D6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A50BFB9-ECEB-68B2-4BC5-D065C803D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E931C87-77FB-4770-FC3E-2ECD2ACB9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F844-7E4D-4C7D-92A2-156361D62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676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488C32-5D43-5E40-4BF1-5BA5BF207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661506-E427-357C-E13E-0A5504479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57229B-6211-F16A-7BD3-98D1588677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13D49-CF6E-4457-9676-1C5D309429D6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D9A271-75FE-2BA0-8A83-2D1646BB1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D19B78-6144-D38B-77A0-3C2598942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6F844-7E4D-4C7D-92A2-156361D623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088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F7D6CEA2-8E20-B852-6EB7-46ACD869E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25CF3A6-F528-0B27-C756-ACB02C6AAAF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931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97A7D3A2-D3DE-E5CC-6B85-CC78EFC90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E2D8EA0-0EF2-C261-5CC9-87126EDDB61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718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73152432-CCCE-C249-1249-427DDCCED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968E7C2-356F-50E8-701B-33B1ED30779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211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19D0D0FB-2392-4900-8E5D-A82D7E8A7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FA675F-BF5B-276B-79CF-4F198529A4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494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3AECEEEF-9AE7-36AD-AB88-BE276097C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EDB4F7-1AD4-D746-7976-82CE1F6009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565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34735416-A869-C9C6-6D86-8984D9ADB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639330-9AC5-BB12-E8AE-EFD89C132EB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229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D3F4A4DA-77CA-EEAC-99FF-ACA735345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A83DD2-E310-B8C8-3833-4FC2460EC1B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738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165521D2-1C45-9D17-F364-EAF0C2FDB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99B9DDC-09A2-56D6-4FF1-D0D3DDCA640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36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4A1E0B2A-3E81-9A96-3402-1B5D93D45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C107AC-B251-AFDE-107B-009A275F035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51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D71A1292-147E-9517-F3D8-7FBABA04D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9820077-5493-B556-E82F-D5CAB3D1B05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381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45F1A571-B535-ADAD-A63C-3027AEB56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3A414A-7944-AED3-4E9D-E3349324010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616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485FFF94-0C80-F747-8776-2B7E527A2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06E86F-A2B1-7BE3-4E51-E45430E324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2917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Oleg Umarov</dc:creator>
  <cp:lastModifiedBy>Oleg Umarov</cp:lastModifiedBy>
  <cp:revision>1</cp:revision>
  <dcterms:created xsi:type="dcterms:W3CDTF">2025-12-08T11:44:42Z</dcterms:created>
  <dcterms:modified xsi:type="dcterms:W3CDTF">2025-12-08T11:44:42Z</dcterms:modified>
</cp:coreProperties>
</file>